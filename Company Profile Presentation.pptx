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64" r:id="rId5"/>
    <p:sldId id="260" r:id="rId6"/>
    <p:sldId id="265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249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15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3746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042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20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67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293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225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48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826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73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309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PwC Digital Assurance – Audit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ShieldGroupe</a:t>
            </a:r>
            <a:r>
              <a:rPr dirty="0"/>
              <a:t> Audit Review</a:t>
            </a:r>
          </a:p>
          <a:p>
            <a:r>
              <a:rPr dirty="0"/>
              <a:t>Insights from Data Analytics &amp; ERP Authorization Audit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dirty="0"/>
              <a:t>Claims analysis identified unusual payment patterns.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Multiple claims processed with identical payment value (~4999 CHF).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IT authorization review revealed one role assignment exception.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Overall system controls largely effective with minor issues.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Recommendations provided to strengthen control environment.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Analytics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dirty="0"/>
              <a:t>Claim activity increased significantly between 2016–2018.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2018 recorded the highest number of claims.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Claim value for Sword AG consistently ~4999 CHF.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Pattern suggests possible threshold-based approval control.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Monitoring of repetitive claim values recommended.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3D788-D93C-8F86-B6C4-D96247B42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0" y="741966"/>
            <a:ext cx="8229600" cy="1143000"/>
          </a:xfrm>
        </p:spPr>
        <p:txBody>
          <a:bodyPr/>
          <a:lstStyle/>
          <a:p>
            <a:r>
              <a:rPr lang="en-US" dirty="0"/>
              <a:t>Findings of the dash boards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06EB36-7170-9025-4971-529128FB42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24295"/>
            <a:ext cx="8229600" cy="448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60160"/>
      </p:ext>
    </p:extLst>
  </p:cSld>
  <p:clrMapOvr>
    <a:masterClrMapping/>
  </p:clrMapOvr>
  <p:transition spd="slow">
    <p:strips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Authorization Audit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Audit Scope: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Joiners (new user access)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Movers (role changes)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Leavers (access removal)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Password configuration</a:t>
            </a:r>
          </a:p>
          <a:p>
            <a:endParaRPr dirty="0"/>
          </a:p>
          <a:p>
            <a:r>
              <a:rPr dirty="0"/>
              <a:t>Key Finding:</a:t>
            </a:r>
          </a:p>
          <a:p>
            <a:r>
              <a:rPr dirty="0"/>
              <a:t>One incorrect role assignment identified and corrected.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9F93E-1305-67E1-3045-8F968984A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 filled of </a:t>
            </a:r>
            <a:r>
              <a:rPr lang="en-US" dirty="0" err="1"/>
              <a:t>pwc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5A483B-0D9E-9222-52A9-5323E969BA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024" r="12026" b="49303"/>
          <a:stretch>
            <a:fillRect/>
          </a:stretch>
        </p:blipFill>
        <p:spPr>
          <a:xfrm>
            <a:off x="173620" y="1701473"/>
            <a:ext cx="8819909" cy="13542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DC7683-7BA5-F224-1453-00F4A319C9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666"/>
          <a:stretch>
            <a:fillRect/>
          </a:stretch>
        </p:blipFill>
        <p:spPr>
          <a:xfrm>
            <a:off x="173620" y="3055712"/>
            <a:ext cx="8819909" cy="16465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3A29AA-B3C6-F8F1-5BFB-2144F7CED4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1315"/>
          <a:stretch>
            <a:fillRect/>
          </a:stretch>
        </p:blipFill>
        <p:spPr>
          <a:xfrm>
            <a:off x="173620" y="4815068"/>
            <a:ext cx="8819909" cy="158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663598"/>
      </p:ext>
    </p:extLst>
  </p:cSld>
  <p:clrMapOvr>
    <a:masterClrMapping/>
  </p:clrMapOvr>
  <p:transition spd="slow">
    <p:strips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Overall Risk Rating: Medium</a:t>
            </a:r>
          </a:p>
          <a:p>
            <a:endParaRPr dirty="0"/>
          </a:p>
          <a:p>
            <a:r>
              <a:rPr dirty="0"/>
              <a:t>Reason: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 Incorrect role assignment detected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 Potential risk of excessive access privileges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 Password configuration compliant with policy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 User deactivation controls functioning correctly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dirty="0"/>
              <a:t> Implement stronger role assignment review process.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 Introduce automated approval workflow for role changes.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 Monitor repetitive claim payment values.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 Periodically review user access privileges.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dirty="0"/>
              <a:t> Continue monitoring IT general controls.</a:t>
            </a:r>
          </a:p>
        </p:txBody>
      </p:sp>
    </p:spTree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31</TotalTime>
  <Words>221</Words>
  <Application>Microsoft Office PowerPoint</Application>
  <PresentationFormat>On-screen Show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Tw Cen MT</vt:lpstr>
      <vt:lpstr>Tw Cen MT Condensed</vt:lpstr>
      <vt:lpstr>Wingdings</vt:lpstr>
      <vt:lpstr>Wingdings 3</vt:lpstr>
      <vt:lpstr>Integral</vt:lpstr>
      <vt:lpstr>PwC Digital Assurance – Audit Presentation</vt:lpstr>
      <vt:lpstr>Executive Summary</vt:lpstr>
      <vt:lpstr>Data Analytics Insights</vt:lpstr>
      <vt:lpstr>Findings of the dash boards</vt:lpstr>
      <vt:lpstr>IT Authorization Audit Findings</vt:lpstr>
      <vt:lpstr>Audit filled of pwc</vt:lpstr>
      <vt:lpstr>Risk Assessment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Meet Patel</dc:creator>
  <cp:keywords/>
  <dc:description>generated using python-pptx</dc:description>
  <cp:lastModifiedBy>meetpatel73176@outlook.com</cp:lastModifiedBy>
  <cp:revision>15</cp:revision>
  <dcterms:created xsi:type="dcterms:W3CDTF">2013-01-27T09:14:16Z</dcterms:created>
  <dcterms:modified xsi:type="dcterms:W3CDTF">2026-03-14T05:51:42Z</dcterms:modified>
  <cp:category/>
</cp:coreProperties>
</file>